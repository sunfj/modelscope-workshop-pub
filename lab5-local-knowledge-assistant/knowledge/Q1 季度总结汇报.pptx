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年 Q1 季度总结报告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汇报人：</a:t>
            </a:r>
            <a:r>
              <a:rPr lang="zh-CN"/>
              <a:t>悟空</a:t>
            </a:r>
          </a:p>
          <a:p>
            <a:r>
              <a:t>汇报对象：董事会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核心指标完成情况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用户增长率：200% (超额完成)</a:t>
            </a:r>
          </a:p>
          <a:p>
            <a:r>
              <a:t>• 内存占用降低：40% (优化显著)</a:t>
            </a:r>
          </a:p>
          <a:p>
            <a:r>
              <a:t>• 模型推理速度：提升 3 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文字</Application>
  <PresentationFormat>On-screen Show 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2026 年 Q1 季度总结报告</vt:lpstr>
      <vt:lpstr>核心指标完成情况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仿若清风</cp:lastModifiedBy>
  <cp:revision>2</cp:revision>
  <dcterms:created xsi:type="dcterms:W3CDTF">2026-04-23T09:33:11Z</dcterms:created>
  <dcterms:modified xsi:type="dcterms:W3CDTF">2026-04-23T09:33:11Z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2B93A42A836D8ED657E7E969B09BA770_42</vt:lpwstr>
  </property>
  <property fmtid="{D5CDD505-2E9C-101B-9397-08002B2CF9AE}" pid="3" name="KSOProductBuildVer">
    <vt:lpwstr>2052-12.1.23540.23540</vt:lpwstr>
  </property>
</Properties>
</file>